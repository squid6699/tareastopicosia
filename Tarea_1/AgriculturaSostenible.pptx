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3" r:id="rId4"/>
    <p:sldId id="264" r:id="rId5"/>
    <p:sldId id="259" r:id="rId6"/>
    <p:sldId id="260" r:id="rId7"/>
  </p:sldIdLst>
  <p:sldSz cx="14630400" cy="8229600"/>
  <p:notesSz cx="8229600" cy="14630400"/>
  <p:embeddedFontLst>
    <p:embeddedFont>
      <p:font typeface="Merriweather" panose="00000500000000000000" pitchFamily="2" charset="0"/>
      <p:regular r:id="rId9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40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2D40-696C-C50A-35A2-A2B3C06B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ECAA7-DE43-1055-6759-04E1F397B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E9E92-0B22-2DD3-1CB4-C6B58A8D2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C958A-F2EC-3307-A089-AD92A16E3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7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892E-BDEF-4FCB-A3FA-CC20CC0F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F59F8-947C-678C-E9D1-C346EBE2E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1C846-93A6-55C1-6F59-FB3BA0611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0AA97-0347-D61C-11E3-1975B2A15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50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F543-9AB6-5936-CABF-6BB08BB0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C3EF1-1DF3-9A6E-4915-A66D969D5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663D1-48CB-1B91-4160-5DF54E7D4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E1D09-F7B0-7C23-78EB-D5F377F0DD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11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418511"/>
            <a:ext cx="7416403" cy="385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Detección de Enfermedades y Daños en Plantas con Inteligencia Artificial (IA)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5645110"/>
            <a:ext cx="7416403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Propuesta de innovación en agricultura sostenible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350198" y="641627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B3AD8C-853A-D525-96B0-83EA68F1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238862"/>
            <a:ext cx="3096057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E108-B747-8DEB-CF43-246F8377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7F17D3F-D5E4-D843-A723-BC70932D65BD}"/>
              </a:ext>
            </a:extLst>
          </p:cNvPr>
          <p:cNvSpPr/>
          <p:nvPr/>
        </p:nvSpPr>
        <p:spPr>
          <a:xfrm>
            <a:off x="6350198" y="641627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8E2908-04A8-36F0-069A-3420B3FFF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43" y="7238862"/>
            <a:ext cx="3096057" cy="99073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74CB5E-FCB7-5BBA-9E6E-D76DBEE315DE}"/>
              </a:ext>
            </a:extLst>
          </p:cNvPr>
          <p:cNvSpPr/>
          <p:nvPr/>
        </p:nvSpPr>
        <p:spPr>
          <a:xfrm>
            <a:off x="357610" y="536399"/>
            <a:ext cx="8889132" cy="2110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82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 Problema Creciente, </a:t>
            </a:r>
          </a:p>
          <a:p>
            <a:pPr marL="0" indent="0" algn="l">
              <a:lnSpc>
                <a:spcPts val="3600"/>
              </a:lnSpc>
              <a:buNone/>
            </a:pPr>
            <a:endParaRPr lang="en-US" sz="4820" dirty="0">
              <a:solidFill>
                <a:srgbClr val="F5F0F0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3600"/>
              </a:lnSpc>
              <a:buNone/>
            </a:pPr>
            <a:r>
              <a:rPr lang="en-US" sz="482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Una Solución Inteligente</a:t>
            </a:r>
            <a:endParaRPr lang="en-US" sz="482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39C9EB8-DB5B-C481-3B73-DD6A26637BE2}"/>
              </a:ext>
            </a:extLst>
          </p:cNvPr>
          <p:cNvSpPr/>
          <p:nvPr/>
        </p:nvSpPr>
        <p:spPr>
          <a:xfrm>
            <a:off x="733387" y="2863452"/>
            <a:ext cx="7416403" cy="202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850"/>
              </a:lnSpc>
            </a:pPr>
            <a:r>
              <a:rPr lang="es-ES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La agricultura enfrenta pérdidas significativas en la producción debido a enfermedades y plagas que afectan los cultivos. Para contrarrestarlas, los agricultores recurren con frecuencia al uso intensivo de pesticidas, lo que genera contaminación del suelo y del agua, además de afectar la salud y el equilibrio ambiental.</a:t>
            </a:r>
            <a:endParaRPr lang="en-US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A61BD27-1F50-96BA-4410-F016E04E2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1" y="0"/>
            <a:ext cx="548639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7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D19FA-A5C2-7D3A-CD7E-F22E50FE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1DCD14C-C1B5-5CEB-4FEC-7F69A2450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84397A8-C3EA-85AA-9C48-7EED0CA616C7}"/>
              </a:ext>
            </a:extLst>
          </p:cNvPr>
          <p:cNvSpPr/>
          <p:nvPr/>
        </p:nvSpPr>
        <p:spPr>
          <a:xfrm>
            <a:off x="6350198" y="641627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DB1BF8-0D41-C649-BB0F-7CCF919D3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4343" y="7238862"/>
            <a:ext cx="3096057" cy="990738"/>
          </a:xfrm>
          <a:prstGeom prst="rect">
            <a:avLst/>
          </a:prstGeom>
        </p:spPr>
      </p:pic>
      <p:pic>
        <p:nvPicPr>
          <p:cNvPr id="6" name="Imagen 5" descr="Avión de guerra volando en el cielo&#10;&#10;El contenido generado por IA puede ser incorrecto.">
            <a:extLst>
              <a:ext uri="{FF2B5EF4-FFF2-40B4-BE49-F238E27FC236}">
                <a16:creationId xmlns:a16="http://schemas.microsoft.com/office/drawing/2014/main" id="{DA58FB07-D0BF-3A8E-C13C-0D56111A6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5486399" cy="82296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5D03E85-F8D9-4492-32A0-EB5B5D593D55}"/>
              </a:ext>
            </a:extLst>
          </p:cNvPr>
          <p:cNvSpPr txBox="1"/>
          <p:nvPr/>
        </p:nvSpPr>
        <p:spPr>
          <a:xfrm>
            <a:off x="6350197" y="189802"/>
            <a:ext cx="7416403" cy="841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en-US" sz="4815" dirty="0" err="1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Problematica</a:t>
            </a:r>
            <a:r>
              <a:rPr lang="en-US" sz="4815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 resolver </a:t>
            </a:r>
            <a:endParaRPr lang="en-US" sz="4815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F0F7063-5960-C34C-C433-CAF7860AF5BF}"/>
              </a:ext>
            </a:extLst>
          </p:cNvPr>
          <p:cNvSpPr/>
          <p:nvPr/>
        </p:nvSpPr>
        <p:spPr>
          <a:xfrm>
            <a:off x="6350197" y="3070644"/>
            <a:ext cx="7938678" cy="2912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La detección tardía de enfermedades en plantas provoca que las acciones correctivas lleguen demasiado tarde, obligando al uso excesivo de químicos y generando altos costos de producción. Los pequeños y medianos agricultores, además, carecen de herramientas tecnológicas accesibles que les permitan identificar a tiempo estos problemas y tomar decisiones sostenibles.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76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6361-41C6-360B-67FF-ACEBEDE8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1F61F07-BDC1-A9C6-C611-931EEA821F47}"/>
              </a:ext>
            </a:extLst>
          </p:cNvPr>
          <p:cNvSpPr/>
          <p:nvPr/>
        </p:nvSpPr>
        <p:spPr>
          <a:xfrm>
            <a:off x="6350198" y="641627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1018894-1B9B-34AB-A595-23477740E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43" y="7238862"/>
            <a:ext cx="3096057" cy="990738"/>
          </a:xfrm>
          <a:prstGeom prst="rect">
            <a:avLst/>
          </a:prstGeom>
        </p:spPr>
      </p:pic>
      <p:pic>
        <p:nvPicPr>
          <p:cNvPr id="6" name="Imagen 5" descr="Avión de guerra volando en el cielo&#10;&#10;El contenido generado por IA puede ser incorrecto.">
            <a:extLst>
              <a:ext uri="{FF2B5EF4-FFF2-40B4-BE49-F238E27FC236}">
                <a16:creationId xmlns:a16="http://schemas.microsoft.com/office/drawing/2014/main" id="{ABF045B0-D72E-1781-B5B1-E32B55A6D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8" y="0"/>
            <a:ext cx="5486399" cy="82296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ED5AB04-8D41-630E-4580-81679DD38B80}"/>
              </a:ext>
            </a:extLst>
          </p:cNvPr>
          <p:cNvSpPr txBox="1"/>
          <p:nvPr/>
        </p:nvSpPr>
        <p:spPr>
          <a:xfrm>
            <a:off x="143707" y="86174"/>
            <a:ext cx="7416403" cy="2406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en-US" sz="4815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Nuestra </a:t>
            </a:r>
            <a:r>
              <a:rPr lang="en-US" sz="4815" dirty="0" err="1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Propuesta</a:t>
            </a:r>
            <a:r>
              <a:rPr lang="en-US" sz="4815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Un Futuro Agrícola </a:t>
            </a:r>
            <a:r>
              <a:rPr lang="en-US" sz="4815" dirty="0" err="1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Sostenible</a:t>
            </a:r>
            <a:endParaRPr lang="en-US" sz="4815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25EE000-41D2-80A6-2D67-E533D37DF80C}"/>
              </a:ext>
            </a:extLst>
          </p:cNvPr>
          <p:cNvSpPr/>
          <p:nvPr/>
        </p:nvSpPr>
        <p:spPr>
          <a:xfrm>
            <a:off x="761023" y="3739242"/>
            <a:ext cx="7938678" cy="8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Desarrollar un sistema basado en inteligencia artificial que permita la detección temprana de enfermedades y daños en plantas para reducir pérdidas agrícolas y minimizar el uso de pesticidas, contribuyendo a la sostenibilidad ambiental.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4" name="Imagen 3" descr="Interfaz de usuario gráfica, Aplicación">
            <a:extLst>
              <a:ext uri="{FF2B5EF4-FFF2-40B4-BE49-F238E27FC236}">
                <a16:creationId xmlns:a16="http://schemas.microsoft.com/office/drawing/2014/main" id="{646D5437-9E2C-DE52-F0CB-7D42D79B3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8" y="0"/>
            <a:ext cx="5486399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2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4003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Beneficios Clave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50495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956370" y="2551212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665923" y="2589728"/>
            <a:ext cx="5494973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Detección Temprana: Menos Pérdidas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65923" y="3508772"/>
            <a:ext cx="549497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Identificación proactiva de enfermedades antes de que se propaguen, salvando cosechas enteras y garantizando la producción.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69386" y="250495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561957" y="2551212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271510" y="2589728"/>
            <a:ext cx="433208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Uso Responsable de Recursos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71510" y="3123248"/>
            <a:ext cx="5495092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Optimización del uso de pesticidas y agua, reduciendo costos y el impacto ambiental.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3798" y="518683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56370" y="523309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665923" y="5271611"/>
            <a:ext cx="426481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Mayor Rendimiento Agrícola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65923" y="5805130"/>
            <a:ext cx="549497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Cultivos más sanos y abundantes, impulsando la rentabilidad de las explotaciones sin comprometer el medio ambiente.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69386" y="518683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561957" y="523309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8271510" y="5271611"/>
            <a:ext cx="46118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Tecnología al Alcance de Todos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71510" y="5805130"/>
            <a:ext cx="54950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 solo un celular, cualquier agricultor puede acceder a diagnósticos avanzados, empoderando a pequeños productores.</a:t>
            </a:r>
            <a:endParaRPr lang="en-US" sz="1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E7CD29E9-5EF5-A482-1EB7-DBC825A3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43" y="7238862"/>
            <a:ext cx="3096057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5188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Conclusión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140154"/>
            <a:ext cx="3702368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5CC97B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Ventajas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3798" y="3849767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Reducción de pesticidas y contaminación.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330898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Acceso para agricultores pequeños.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812030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Ahorro de costos a largo plazo.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293162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Generación de datos útiles para investigación y políticas.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3140154"/>
            <a:ext cx="3702368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44444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Desventajas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623929" y="3849767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Requiere bases de datos amplias para alta precisión.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4725710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Necesidad de conectividad y acceso a dispositivos.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601653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Posible resistencia a la adopción de nuevas tecnologías.</a:t>
            </a:r>
            <a:endParaRPr lang="en-US" sz="19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D01A9F5-F5F8-CFEC-E11D-7FD5CB030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343" y="7238862"/>
            <a:ext cx="3096057" cy="990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</TotalTime>
  <Words>332</Words>
  <Application>Microsoft Office PowerPoint</Application>
  <PresentationFormat>Personalizado</PresentationFormat>
  <Paragraphs>39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Merriweather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BRAYAN ALEXIS AMARILLAS AVILES</cp:lastModifiedBy>
  <cp:revision>4</cp:revision>
  <dcterms:created xsi:type="dcterms:W3CDTF">2025-09-06T06:08:39Z</dcterms:created>
  <dcterms:modified xsi:type="dcterms:W3CDTF">2025-09-15T05:52:44Z</dcterms:modified>
</cp:coreProperties>
</file>